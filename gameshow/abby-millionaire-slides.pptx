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question screen. All four answers are intentionally Taco Bell.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play the silent 30-second animation. Timing is a preview: replace or retime to the recorded answer and phone-a-friend call. Original footage has not been altered.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bby-millionaire-preview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